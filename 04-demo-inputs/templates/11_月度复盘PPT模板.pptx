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青屿茶研市场部 7 月月度复盘　｜　（副标题请填写）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（请填写：本复盘涵盖的章节）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案例背景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（请填写：品牌、部门、周期、目标）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本月市场活动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（请填写：5 项活动完成/延期情况）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渠道数据概览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（请填写：曝光、线索、有效线索、转化率，注明口径）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已确认决定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（请填写：逐条列出会议决定）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行动事项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（请填写：事项 / 负责人 / 截止，用表格）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（请填写：未决事项及原因）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关键结论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（请填写：每页一个核心结论）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问题与挑战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（请填写：数据反映的问题）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下月计划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（请填写：主要工作安排）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  <a:latin typeface="微软雅黑"/>
              </a:defRPr>
            </a:pPr>
            <a:r>
              <a:t>（请填写：寄语或下一步）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E6BE6"/>
                </a:solidFill>
                <a:latin typeface="微软雅黑"/>
              </a:defRPr>
            </a:pPr>
            <a:r>
              <a:t>占位模板 · 由 WorkBuddy 填充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