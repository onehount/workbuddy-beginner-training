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转化率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小红书</c:v>
                </c:pt>
                <c:pt idx="1">
                  <c:v>抖音</c:v>
                </c:pt>
                <c:pt idx="2">
                  <c:v>微信公众号</c:v>
                </c:pt>
                <c:pt idx="3">
                  <c:v>微信社群</c:v>
                </c:pt>
                <c:pt idx="4">
                  <c:v>线下门店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34.1</c:v>
                </c:pt>
                <c:pt idx="1">
                  <c:v>25.0</c:v>
                </c:pt>
                <c:pt idx="2">
                  <c:v>45.0</c:v>
                </c:pt>
                <c:pt idx="3">
                  <c:v>60.0</c:v>
                </c:pt>
                <c:pt idx="4">
                  <c:v>45.0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青屿茶研 QINGYU TEA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EAF1FD"/>
                </a:solidFill>
                <a:latin typeface="微软雅黑"/>
              </a:defRPr>
            </a:pPr>
            <a:r>
              <a:t>市场部 2026年7月 月度复盘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AF1FD"/>
                </a:solidFill>
                <a:latin typeface="微软雅黑"/>
              </a:defRPr>
            </a:pPr>
            <a:r>
              <a:t>人工复核终稿　｜　仅用于教学演示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555555"/>
                </a:solidFill>
                <a:latin typeface="微软雅黑"/>
              </a:defRPr>
            </a:pPr>
            <a:r>
              <a:t>• 案例背景与本月市场活动</a:t>
            </a:r>
          </a:p>
          <a:p>
            <a:pPr>
              <a:spcAft>
                <a:spcPts val="600"/>
              </a:spcAft>
              <a:defRPr sz="2200">
                <a:solidFill>
                  <a:srgbClr val="555555"/>
                </a:solidFill>
                <a:latin typeface="微软雅黑"/>
              </a:defRPr>
            </a:pPr>
            <a:r>
              <a:t>• 渠道曝光与线索数据</a:t>
            </a:r>
          </a:p>
          <a:p>
            <a:pPr>
              <a:spcAft>
                <a:spcPts val="600"/>
              </a:spcAft>
              <a:defRPr sz="2200">
                <a:solidFill>
                  <a:srgbClr val="555555"/>
                </a:solidFill>
                <a:latin typeface="微软雅黑"/>
              </a:defRPr>
            </a:pPr>
            <a:r>
              <a:t>• 已确认决定与行动事项</a:t>
            </a:r>
          </a:p>
          <a:p>
            <a:pPr>
              <a:spcAft>
                <a:spcPts val="600"/>
              </a:spcAft>
              <a:defRPr sz="2200">
                <a:solidFill>
                  <a:srgbClr val="555555"/>
                </a:solidFill>
                <a:latin typeface="微软雅黑"/>
              </a:defRPr>
            </a:pPr>
            <a:r>
              <a:t>• 待确认事项</a:t>
            </a:r>
          </a:p>
          <a:p>
            <a:pPr>
              <a:spcAft>
                <a:spcPts val="600"/>
              </a:spcAft>
              <a:defRPr sz="2200">
                <a:solidFill>
                  <a:srgbClr val="555555"/>
                </a:solidFill>
                <a:latin typeface="微软雅黑"/>
              </a:defRPr>
            </a:pPr>
            <a:r>
              <a:t>• 关键结论与下月计划</a:t>
            </a:r>
          </a:p>
          <a:p>
            <a:pPr>
              <a:spcAft>
                <a:spcPts val="600"/>
              </a:spcAft>
              <a:defRPr sz="2200">
                <a:solidFill>
                  <a:srgbClr val="555555"/>
                </a:solidFill>
                <a:latin typeface="微软雅黑"/>
              </a:defRPr>
            </a:pPr>
            <a:r>
              <a:t>• 寄语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案例背景</a:t>
            </a:r>
          </a:p>
          <a:p>
            <a:pPr>
              <a:defRPr sz="1400">
                <a:solidFill>
                  <a:srgbClr val="EAF1FD"/>
                </a:solidFill>
                <a:latin typeface="微软雅黑"/>
              </a:defRPr>
            </a:pPr>
            <a:r>
              <a:t>青屿茶研 QINGYU TEA LAB · 市场部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虚拟新式茶饮品牌，本教学案例以市场部 2026年7月 月度复盘为场景。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本月开展 5 项市场活动，覆盖 5 个渠道。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目标：把零散会议记录、渠道数据、个人工作记录整理为正式办公成果。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全部品牌、人员、数据均为虚构，仅用于教学演示。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本月市场活动</a:t>
            </a:r>
          </a:p>
          <a:p>
            <a:pPr>
              <a:defRPr sz="1400">
                <a:solidFill>
                  <a:srgbClr val="EAF1FD"/>
                </a:solidFill>
                <a:latin typeface="微软雅黑"/>
              </a:defRPr>
            </a:pPr>
            <a:r>
              <a:t>共 5 项 · 已完成 4 · 延期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762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活动</a:t>
                      </a:r>
                    </a:p>
                  </a:txBody>
                  <a:tcPr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2E6BE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夏日新品试饮活动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苏眠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小红书达人种草活动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周然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微信社群优惠活动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苏眠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商场快闪活动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陈屿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校园联名活动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延期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微软雅黑"/>
                        </a:defRPr>
                      </a:pPr>
                      <a:r>
                        <a:t>苏眠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渠道数据概览</a:t>
            </a:r>
          </a:p>
          <a:p>
            <a:pPr>
              <a:defRPr sz="1400">
                <a:solidFill>
                  <a:srgbClr val="EAF1FD"/>
                </a:solidFill>
                <a:latin typeface="微软雅黑"/>
              </a:defRPr>
            </a:pPr>
            <a:r>
              <a:t>统计周期：2026年7月1日 至 2026年7月31日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555555"/>
                </a:solidFill>
                <a:latin typeface="微软雅黑"/>
              </a:defRPr>
            </a:pPr>
            <a:r>
              <a:t>• 总曝光量：583,000 次</a:t>
            </a:r>
          </a:p>
          <a:p>
            <a:pPr>
              <a:spcAft>
                <a:spcPts val="600"/>
              </a:spcAft>
              <a:defRPr sz="2400">
                <a:solidFill>
                  <a:srgbClr val="555555"/>
                </a:solidFill>
                <a:latin typeface="微软雅黑"/>
              </a:defRPr>
            </a:pPr>
            <a:r>
              <a:t>• 总线索数量：4,710 条</a:t>
            </a:r>
          </a:p>
          <a:p>
            <a:pPr>
              <a:spcAft>
                <a:spcPts val="600"/>
              </a:spcAft>
              <a:defRPr sz="2400">
                <a:solidFill>
                  <a:srgbClr val="555555"/>
                </a:solidFill>
                <a:latin typeface="微软雅黑"/>
              </a:defRPr>
            </a:pPr>
            <a:r>
              <a:t>• 总有效线索：1,744 条</a:t>
            </a:r>
          </a:p>
          <a:p>
            <a:pPr>
              <a:spcAft>
                <a:spcPts val="600"/>
              </a:spcAft>
              <a:defRPr sz="2400">
                <a:solidFill>
                  <a:srgbClr val="555555"/>
                </a:solidFill>
                <a:latin typeface="微软雅黑"/>
              </a:defRPr>
            </a:pPr>
            <a:r>
              <a:t>• 整体转化率：37.0%（有效线索 ÷ 线索）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6BE6"/>
                </a:solidFill>
                <a:latin typeface="微软雅黑"/>
              </a:defRPr>
            </a:pPr>
            <a:r>
              <a:t>统计口径：转化率 = 有效线索数量 ÷ 线索数量 × 100%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各渠道转化率对比</a:t>
            </a:r>
          </a:p>
          <a:p>
            <a:pPr>
              <a:defRPr sz="1400">
                <a:solidFill>
                  <a:srgbClr val="EAF1FD"/>
                </a:solidFill>
                <a:latin typeface="微软雅黑"/>
              </a:defRPr>
            </a:pPr>
            <a:r>
              <a:t>单位：%　（整体转化率 ≠ 各渠道算术平均）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103327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已确认决定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1. 7 月 5 项市场活动中 4 项按期完成，校园联名活动确认顺延，不计入 7 月完成率考核。</a:t>
            </a:r>
          </a:p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2. 8 月起，渠道数据统一按「有效线索 ÷ 线索 × 100%」计算转化率，各渠道不再自行定义口径。</a:t>
            </a:r>
          </a:p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3. 抖音渠道 8 月保持现有投放预算，先做内容优化，不做预算调整。</a:t>
            </a:r>
          </a:p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4. 微信社群 8 月开展一次小规模扩容测试，验证转化率是否随社群规模下降。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行动事项（8 月）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7926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事项</a:t>
                      </a:r>
                    </a:p>
                  </a:txBody>
                  <a:tcPr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截止</a:t>
                      </a:r>
                    </a:p>
                  </a:txBody>
                  <a:tcPr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协同</a:t>
                      </a:r>
                    </a:p>
                  </a:txBody>
                  <a:tcPr>
                    <a:solidFill>
                      <a:srgbClr val="2E6BE6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输出抖音渠道内容与目标人群匹配度复核报告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李维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2026-08-12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周然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制作抖音 A/B 测试素材 2 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周然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2026-08-15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李维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完成校园联名活动物料定稿并启动执行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苏眠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2026-08-08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陈屿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拟定微信社群扩容测试方案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苏眠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2026-08-10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李维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汇总 7 月渠道数据并归档至共享盘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郑楠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2026-08-07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起草 8 月市场活动安排通知并下发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陈屿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2026-08-06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微软雅黑"/>
                        </a:defRPr>
                      </a:pPr>
                      <a:r>
                        <a:t>沈知远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待确认事项</a:t>
            </a:r>
          </a:p>
          <a:p>
            <a:pPr>
              <a:defRPr sz="1400">
                <a:solidFill>
                  <a:srgbClr val="EAF1FD"/>
                </a:solidFill>
                <a:latin typeface="微软雅黑"/>
              </a:defRPr>
            </a:pPr>
            <a:r>
              <a:t>原始记录未形成结论，已标记待确认，未写入正式决定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1. 商场快闪活动预算追加金额</a:t>
            </a:r>
          </a:p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2. 渠道数据看板上线时间</a:t>
            </a:r>
          </a:p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3. 8 月是否新增短视频平台投放</a:t>
            </a:r>
          </a:p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4. 校园联名活动第二阶段是否扩展至第 3 所高校</a:t>
            </a:r>
          </a:p>
          <a:p>
            <a:pPr>
              <a:spcAft>
                <a:spcPts val="600"/>
              </a:spcAft>
              <a:defRPr sz="1800">
                <a:solidFill>
                  <a:srgbClr val="555555"/>
                </a:solidFill>
                <a:latin typeface="微软雅黑"/>
              </a:defRPr>
            </a:pPr>
            <a:r>
              <a:t>• 5. 下半年品牌代言人合作方向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关键结论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微信社群转化率最高（60.0%），客群精准，建议小范围扩容验证。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抖音曝光最高但转化率最低（25.0%），应先做内容优化，不急于加预算。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整体转化率 37.0% 为加权结果，不可用各渠道算术平均替代。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校园联名延期，需尽快确认合作方 Logo 规范后启动。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下月计划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8/8 前：校园联名活动物料定稿并启动执行（苏眠）。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8/10 前：微信社群扩容测试方案拟定（苏眠）。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8/12 前：抖音内容与目标人群匹配度复核报告（李维）。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8/15 前：抖音 A/B 测试素材 2 组（周然）。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  <a:latin typeface="微软雅黑"/>
              </a:defRPr>
            </a:pPr>
            <a:r>
              <a:t>• 8/7 前：7 月渠道数据汇总归档（郑楠）。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微软雅黑"/>
              </a:defRPr>
            </a:pPr>
            <a:r>
              <a:t>初入职场，不必要求自己立刻掌握所有工具，</a:t>
            </a:r>
            <a:br/>
            <a:r>
              <a:t>也不必一次写出完美的指令。</a:t>
            </a:r>
            <a:br/>
            <a:r>
              <a:t>真正重要的是理解工作的本质，知道目标是什么，知道结果该如何判断。</a:t>
            </a:r>
            <a:br/>
            <a:r>
              <a:t>愿你保持好奇，持续学习，在与 AI 共同工作的未来中，更高效地成长。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