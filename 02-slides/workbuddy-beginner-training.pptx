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AF1FD"/>
                </a:solidFill>
                <a:latin typeface="微软雅黑"/>
              </a:defRPr>
            </a:pPr>
            <a:r>
              <a:t>WorkBuddy 零基础办公任务实战教程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从需求澄清到综合汇报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AF1FD"/>
                </a:solidFill>
                <a:latin typeface="微软雅黑"/>
              </a:defRPr>
            </a:pPr>
            <a:r>
              <a:t>· 面向第一次接触 WorkBuddy 的新员工</a:t>
            </a:r>
            <a:br/>
            <a:r>
              <a:t>· 60 分钟 · 不讲代码，只讲如何把工作交给 AI 完成</a:t>
            </a:r>
            <a:br/>
            <a:r>
              <a:t>· 统一案例：青屿茶研市场部 7 月月度复盘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WorkBuddy 零基础办公任务实战教程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1/38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第一章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为什么学习 WorkBuddy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2/38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本次课程能带来什么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学习价值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学会把模糊的工作目标，变成可执行的任务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掌握一套可复用的提示词，覆盖纪要、总结、通知、分析、汇报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拿到完整案例与公开仓库，课后能自行复现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3/38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新员工常见办公困境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学习价值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任务说不清：知道要结果，却写不出需求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材料散乱：会议记录、数据表、个人记录各在一处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反复排版：同一内容要改成纪要、总结、PPT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不敢交付：担心 AI 编数字、编人名、编决定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4/38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本质、效率与未来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核心信息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本质：WorkBuddy 不是替你思考，而是把目标、材料、约束变成可执行任务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效率：减少澄清、整理、排版、转换中的机械劳动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未来：能定义目标、组织材料、检查结果，并与 AI 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5/38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第二章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认识 WorkBuddy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认识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6/38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WorkBuddy 在办公任务中的角色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一个能读文件、写文件、按步骤执行任务的协作助手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你给目标与材料，它产出初稿与成果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你保留判断、责任与最终决定权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7/38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与普通问答工具的区别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区别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问答工具：一问一答，不记上下文、不碰你的文件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WorkBuddy：能上传附件、跨步骤推进、产出可下载文件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关键差异：任务连续性 + 文件处理能力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8/38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人、WorkBuddy 和 Agent 的分工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人：定目标、供材料、做判断、负最终责任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WorkBuddy：拆任务、整材料、出初稿、做格式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Agent：在授权范围内自动跑子任务、批量处理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9/38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该交 / 不该完全交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适合交：会议纪要、工作总结、通知、数据分析、PPT 初稿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别全交：涉及真实隐私的信息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别全交：需要你拍板的决策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别全交：对外正式承诺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10/38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第三章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核心方法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核心方法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11/38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完整任务闭环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提出任务 → 让 WB 提问 → 回答关键问题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获得方案 → 上传附件 → 分步骤执行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查看结果 → 提出修改 → 人工检查 → 导出文件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12/38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为什么不能一开始就要求生成最终文件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目标不清，生成物必然跑偏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材料未给，AI 容易用「合理的虚构」填补空白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先出方案，能把你的隐性要求显性化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13/38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先让 WorkBuddy 提问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先提问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写不清需求时，先说：请先提问，帮我明确任务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WB 会问背景、目标、对象、材料、格式、时限、限制、口径、确认项、验收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信息足够后，它先给方案，不急着出文件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14/38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提问式提示词全貌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一句话：我需要完成一次复盘，请先以提问方式帮我明确 10 个问题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每次提适量问题，不一次轰炸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方案含：任务顺序、输入、每步输出、确认节点、交付物、风险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15/38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WB 返回的问题 → 形成可执行方案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WB 返回的问题覆盖背景、对象、材料、文件、时限、口径等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你回答后，它给出分步方案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确认方案之前，不要让它开始生成终稿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16/38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第四章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统一案例介绍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统一案例介绍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17/38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案例背景：青屿茶研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虚构新式茶饮品牌，市场部做 7 月月度复盘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需要把会议记录、渠道数据、个人记录整理成正式成果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全部人物、数据均为虚构，仅用于教学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统一案例介绍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18/38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本月市场活动（5 项）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活动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夏日新品试饮 · 小红书种草 · 微信社群优惠 · 商场快闪：已完成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校园联名：因合作方 Logo 规范未确认，延期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完成率 = 4 ÷ 5 = 80%（仅计已完成）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统一案例介绍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19/38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输入与产出总览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输入：案例背景、会议记录、参会表、活动表、渠道数据、个人记录、4 份模板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产出：会议纪要、工作总结、活动通知、分析报告、月度复盘 PPT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所有数字由表格公式计算，非文字写入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统一案例介绍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20/38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第五章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会议纪要重点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会议纪要重点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21/38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会议纪要处理流程（5 步）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① 创建任务并命名（如「7 月市场复盘会议纪要」），给出清晰边界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② 上传原始记录 + 模板（模板决定结构，原始记录决定内容）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③ 输入约束：只使用原始材料，不得虚构发言 / 数字 / 决定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④ 先输出纪要结构 + 待确认事项列表，经确认后再生成正式文档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⑤ 人工核对数字、人名、日期；与数据表交叉验证关键指标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会议纪要重点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22/38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会议纪要的可复用结构（6 部分）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一、会议基本信息（时间 / 地点 / 主持人 / 参会人员）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二、讨论内容（逐项列出，标注事实 vs 讨论）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三、已确认决定（逐条编号，有出处）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四、行动事项（序号 / 事项 / 负责人 / 截止 / 备注）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五、待确认事项（单独标记，不写入决定）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六、下次安排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会议纪要重点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23/38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常见错误①：「待确认」被写成「决定」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纠错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310896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微软雅黑"/>
              </a:defRPr>
            </a:pPr>
            <a:r>
              <a:t>❌ 错误做法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原始记录中写的是「快闪预算追加金额待定」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但生成的纪要里写成了「决定追加预算 XX 元」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原因：AI 把模糊表述补成了确定结论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后果：未经授权的承诺可能引发责任纠纷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3108960"/>
          </a:xfrm>
          <a:prstGeom prst="roundRect">
            <a:avLst/>
          </a:prstGeom>
          <a:solidFill>
            <a:srgbClr val="E8F8EE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微软雅黑"/>
              </a:defRPr>
            </a:pPr>
            <a:r>
              <a:t>✅ 正确做法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将该项归入「五、待确认事项」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引用原话：「快闪预算追加金额待定」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备注：缺具体金额，需后续专项确认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原则：源材料未明确的，一律标记为待确认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会议纪要重点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24/38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第六章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其他办公成果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其他办公成果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25/38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数据分析可视化：各渠道曝光量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曝光</a:t>
            </a:r>
          </a:p>
        </p:txBody>
      </p:sp>
      <p:pic>
        <p:nvPicPr>
          <p:cNvPr id="4" name="Picture 3" descr="chart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412480" cy="4732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抖音曝光量最高（262,000 次），但转化率最低——高流量 ≠ 高质量。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第六章 其他办公成果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26/38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数据分析可视化：转化率对比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转化率</a:t>
            </a:r>
          </a:p>
        </p:txBody>
      </p:sp>
      <p:pic>
        <p:nvPicPr>
          <p:cNvPr id="4" name="Picture 3" descr="chart_co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412480" cy="4732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绿线 = 整体加权（正确 37.0%）；红线 = 算术平均（错误 ~41.8%）。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463040"/>
            <a:ext cx="2743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  <a:latin typeface="微软雅黑"/>
              </a:defRPr>
            </a:pPr>
            <a:r>
              <a:t>• 微信社群转化率最高 60.0%，客群精准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  <a:latin typeface="微软雅黑"/>
              </a:defRPr>
            </a:pPr>
            <a:r>
              <a:t>• 抖音转化率最低 25.0%，需优化内容而非加预算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  <a:latin typeface="微软雅黑"/>
              </a:defRPr>
            </a:pPr>
            <a:r>
              <a:t>• 整体转化率受抖音大基数拉低，不可用算术平均替代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第六章 其他办公成果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27/38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常见错误②：整体转化率算成算术平均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纠错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310896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微软雅黑"/>
              </a:defRPr>
            </a:pPr>
            <a:r>
              <a:t>❌ 错误做法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五个渠道转化率求平均：(34.1+25.0+45.0+60.0+45.0) ÷ 5 = 41.8%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报告结论：「整体转化率为 41.8%」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问题：忽略了各渠道线索量差异巨大的事实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后果：决策依据失真，可能误导资源分配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3108960"/>
          </a:xfrm>
          <a:prstGeom prst="roundRect">
            <a:avLst/>
          </a:prstGeom>
          <a:solidFill>
            <a:srgbClr val="E8F8EE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微软雅黑"/>
              </a:defRPr>
            </a:pPr>
            <a:r>
              <a:t>✅ 正确做法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整体转化率 = 总有效线索 ÷ 总线索 = 1,744 ÷ 4,710 = 37.0%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报告结论：「整体转化率为 37.0%（加权）」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说明：因抖音低转化高曝光拉低加权结果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原则：任何「合计」类指标都要检查是否需要加权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第六章 其他办公成果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28/38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其他成果要点一览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其他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工作总结：区分「完成 / 参与 / 协助」，校园联名标为进行中（延期）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活动通知：仅含已确认事项，不含待确认项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分析报告：区分「事实 / 判断 / 建议」，不虚构预算或销售额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以上三份均可在仓库 05-demo-outputs 中查看原始版与审核版对比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第六章 其他办公成果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29/38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第七章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综合 PPT 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综合 PPT 案例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30/38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从多份材料到统一汇报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输入：纪要 + 总结 + 通知 + 分析报告（4 份已完成的文档）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目标：汇成一份 10–12 页的月度复盘 PPT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步骤：先让 WB 给逐页大纲 → 你确认/修改 → 再生成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原则：复用的不是某一篇文档，而是这套方法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第七章 综合 PPT 案例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31/38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综合 PPT 的标准结构（12 页）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封面 → 目录 → 案例背景 → 本月活动（表格）→ 渠道概览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→ 各渠道转化率（图表）→ 已确认决定 → 行动事项（表格）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→ 待确认事项 → 关键结论 → 下月计划 → 寄语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每页一个核心结论；数据页标统计周期与口径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第七章 综合 PPT 案例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32/38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第八章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检查、复现与寄语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33/38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人工检查清单（四查）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四查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① 数字：每个值能在源表中找到，合计 = 各项相加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② 日期：年份/月份对，截止日是未来时间，逻辑不自相矛盾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③ 人名：与参会人员表一致，负责人没搞反，动词用对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④ 结论：每条有原文出处，「建议」≠「决定」，「待确认」≠ 确定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第八章 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34/38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错误纠正工作流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194560"/>
            <a:ext cx="1783080" cy="256032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331720"/>
            <a:ext cx="1636776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WorkBuddy</a:t>
            </a:r>
            <a:br/>
            <a:r>
              <a:t>原始输出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310127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194560"/>
            <a:ext cx="1783080" cy="256032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331720"/>
            <a:ext cx="1636776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四查自检</a:t>
            </a:r>
            <a:br/>
            <a:r>
              <a:t>(数字/日期/</a:t>
            </a:r>
            <a:br/>
            <a:r>
              <a:t>人名/结论)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310127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194560"/>
            <a:ext cx="1783080" cy="256032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331720"/>
            <a:ext cx="1636776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发现错误</a:t>
            </a:r>
            <a:br/>
            <a:r>
              <a:t>(定位行号)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310127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194560"/>
            <a:ext cx="1783080" cy="256032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331720"/>
            <a:ext cx="1636776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纠正话术</a:t>
            </a:r>
            <a:br/>
            <a:r>
              <a:t>(精确指出+</a:t>
            </a:r>
            <a:br/>
            <a:r>
              <a:t>统一修改)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310127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194560"/>
            <a:ext cx="1783080" cy="256032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331720"/>
            <a:ext cx="1636776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人工终稿</a:t>
            </a:r>
            <a:br/>
            <a:r>
              <a:t>(通读+导出)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纠正话术示例：「文档第 X 处的数字 ___ 与源表不符，请检查全部不一致项后统一修改。」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第八章 检查、复现与寄语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35/38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GitHub 资料使用方法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打开仓库 workbuddy-beginner-training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README 给出三条复现路径（按角色选择）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下载 inputs，按 prompts 自行复现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对比 05-demo-outputs 中 original 与 reviewed-final 的差异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第八章 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36/38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三个核心动作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动作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先提问，再生成方案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上传材料，明确限制</a:t>
            </a:r>
          </a:p>
          <a:p>
            <a:pPr>
              <a:spcAft>
                <a:spcPts val="800"/>
              </a:spcAft>
              <a:defRPr sz="2200">
                <a:solidFill>
                  <a:srgbClr val="555555"/>
                </a:solidFill>
                <a:latin typeface="微软雅黑"/>
              </a:defRPr>
            </a:pPr>
            <a:r>
              <a:t>• 人工检查，再交付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第八章 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37/38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7C0C7"/>
                </a:solidFill>
                <a:latin typeface="微软雅黑"/>
              </a:defRPr>
            </a:pPr>
            <a:r>
              <a:t>寄语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写给刚起步的你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AF1FD"/>
                </a:solidFill>
                <a:latin typeface="微软雅黑"/>
              </a:defRPr>
            </a:pPr>
            <a:r>
              <a:t>· 初入职场，不必一次写出完美指令</a:t>
            </a:r>
            <a:br/>
            <a:r>
              <a:t>· 理解工作本质，知道目标与判断标准</a:t>
            </a:r>
            <a:br/>
            <a:r>
              <a:t>· 保持好奇，持续学习，与 AI 协同成长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寄语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38/38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